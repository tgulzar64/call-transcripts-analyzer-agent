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05840"/>
            <a:ext cx="2651760" cy="347472"/>
          </a:xfrm>
          <a:prstGeom prst="roundRect">
            <a:avLst>
              <a:gd name="adj" fmla="val 26316"/>
            </a:avLst>
          </a:prstGeom>
          <a:solidFill>
            <a:srgbClr val="4F46E5">
              <a:alpha val="65000"/>
            </a:srgbClr>
          </a:solidFill>
          <a:ln w="12700">
            <a:solidFill>
              <a:srgbClr val="C4B5FD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BUILT WITH NEURALSEEK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Transcript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Analyzer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raw call transcripts into actionable insights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sentiment, empathy scores, coaching, and highlights.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NeuralSeek  ·  Node.js  ·  AI-Powered Call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IS THE CALL TRANSCRIPT ANALYZER?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📞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88720" y="2084832"/>
            <a:ext cx="100584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5"/>
                </a:solidFill>
              </a:rPr>
              <a:t>Transcript Parser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" y="2697480"/>
            <a:ext cx="2322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JSON call transcript and the agent instantly parses it — identifying speakers, emotions, and key moments throughout the call.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023360" y="2084832"/>
            <a:ext cx="100584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5"/>
                </a:solidFill>
              </a:rPr>
              <a:t>AI Analysis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4992" y="2697480"/>
            <a:ext cx="2322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NeuralSeek's Maistro orchestration layer processes the transcript and generates structured intelligence: empathy scores, sentiment arcs, and personas.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33832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3716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6858000" y="2084832"/>
            <a:ext cx="1005840" cy="45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21284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F35"/>
                </a:solidFill>
              </a:rPr>
              <a:t>Actionable Output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9632" y="2697480"/>
            <a:ext cx="2322576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surfaces coaching suggestions, call highlights, and emotion timelines that managers can use to improve agent performance.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46E5"/>
                </a:solidFill>
              </a:rPr>
              <a:t>From raw transcript to structured insight — in seconds.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A 4-step intelligent pipeline from file upload to insight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76272" y="2176272"/>
            <a:ext cx="320040" cy="64008"/>
          </a:xfrm>
          <a:prstGeom prst="rect">
            <a:avLst/>
          </a:prstGeom>
          <a:solidFill>
            <a:srgbClr val="0EA5E9">
              <a:alpha val="60000"/>
            </a:srgbClr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572768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172034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173736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912" y="2624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Upload JSON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3163824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uploads a call transcript JSON file via the browser interface.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2176272"/>
            <a:ext cx="320040" cy="64008"/>
          </a:xfrm>
          <a:prstGeom prst="rect">
            <a:avLst/>
          </a:prstGeom>
          <a:solidFill>
            <a:srgbClr val="4F46E5">
              <a:alpha val="60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96312" y="1572768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172034"/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90672" y="173736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87752" y="2624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Parse &amp; Index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7752" y="3163824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parses speakers, timestamps, dialogue, and sentiment metadata.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73952" y="2176272"/>
            <a:ext cx="320040" cy="64008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7C3AED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1572768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172034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9512" y="1737360"/>
            <a:ext cx="731520" cy="7315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36592" y="2624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NeuralSeek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36592" y="3163824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Maistro analyzes tone, empathy, emotion arc, customer persona, and key moments.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93992" y="1572768"/>
            <a:ext cx="1920240" cy="3246120"/>
          </a:xfrm>
          <a:prstGeom prst="roundRect">
            <a:avLst>
              <a:gd name="adj" fmla="val 5714"/>
            </a:avLst>
          </a:prstGeom>
          <a:solidFill>
            <a:srgbClr val="172034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1737360"/>
            <a:ext cx="731520" cy="7315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85432" y="262432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Deliver Insights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85432" y="3163824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are rendered as a structured dashboard: scores, timeline, coaching tips, highlights.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UPLOAD INTERFACE</a:t>
            </a:r>
            <a:endParaRPr lang="en-US" sz="2200" dirty="0"/>
          </a:p>
        </p:txBody>
      </p:sp>
      <p:pic>
        <p:nvPicPr>
          <p:cNvPr id="4" name="Image 0" descr="/home/claude/ta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097280"/>
            <a:ext cx="694944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0" y="4663440"/>
            <a:ext cx="4572000" cy="384048"/>
          </a:xfrm>
          <a:prstGeom prst="roundRect">
            <a:avLst>
              <a:gd name="adj" fmla="val 19048"/>
            </a:avLst>
          </a:prstGeom>
          <a:solidFill>
            <a:srgbClr val="4F46E5">
              <a:alpha val="85000"/>
            </a:srgbClr>
          </a:solidFill>
          <a:ln w="12700">
            <a:solidFill>
              <a:srgbClr val="4F46E5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0" y="466344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Drop in any JSON call transcript → AI analysis begins immediately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72034"/>
          </a:solidFill>
          <a:ln w="12700">
            <a:solidFill>
              <a:srgbClr val="1720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COMPLETE ANALYSIS OUTPUT — it_call_001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69480" y="146304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0EA5E9">
              <a:alpha val="80000"/>
            </a:srgbClr>
          </a:solidFill>
          <a:ln w="12700">
            <a:solidFill>
              <a:srgbClr val="0EA5E9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46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Support</a:t>
            </a:r>
            <a:endParaRPr lang="en-US" sz="1100" dirty="0"/>
          </a:p>
        </p:txBody>
      </p:sp>
      <p:pic>
        <p:nvPicPr>
          <p:cNvPr id="7" name="Image 0" descr="/home/claude/ta_results_card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777240"/>
            <a:ext cx="6035040" cy="4343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55080" y="868680"/>
            <a:ext cx="2651760" cy="932688"/>
          </a:xfrm>
          <a:prstGeom prst="roundRect">
            <a:avLst>
              <a:gd name="adj" fmla="val 9804"/>
            </a:avLst>
          </a:prstGeom>
          <a:solidFill>
            <a:srgbClr val="172034"/>
          </a:solidFill>
          <a:ln w="12700">
            <a:solidFill>
              <a:srgbClr val="0EA5E9">
                <a:alpha val="6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55080" y="960120"/>
            <a:ext cx="45720" cy="7498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3952" y="9601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EMPATHY SCORE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73952" y="120700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8.5 / 10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55080" y="1938528"/>
            <a:ext cx="2651760" cy="932688"/>
          </a:xfrm>
          <a:prstGeom prst="roundRect">
            <a:avLst>
              <a:gd name="adj" fmla="val 9804"/>
            </a:avLst>
          </a:prstGeom>
          <a:solidFill>
            <a:srgbClr val="172034"/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2029968"/>
            <a:ext cx="45720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3952" y="20299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START EMOTION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73952" y="22768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Frustration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3008376"/>
            <a:ext cx="2651760" cy="932688"/>
          </a:xfrm>
          <a:prstGeom prst="roundRect">
            <a:avLst>
              <a:gd name="adj" fmla="val 9804"/>
            </a:avLst>
          </a:prstGeom>
          <a:solidFill>
            <a:srgbClr val="172034"/>
          </a:solidFill>
          <a:ln w="12700">
            <a:solidFill>
              <a:srgbClr val="34D399">
                <a:alpha val="6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55080" y="3099816"/>
            <a:ext cx="45720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73952" y="309981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END EMOTION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73952" y="33467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Relieved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55080" y="4078224"/>
            <a:ext cx="2651760" cy="932688"/>
          </a:xfrm>
          <a:prstGeom prst="roundRect">
            <a:avLst>
              <a:gd name="adj" fmla="val 9804"/>
            </a:avLst>
          </a:prstGeom>
          <a:solidFill>
            <a:srgbClr val="172034"/>
          </a:solidFill>
          <a:ln w="12700">
            <a:solidFill>
              <a:srgbClr val="C4B5FD">
                <a:alpha val="60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55080" y="4169664"/>
            <a:ext cx="45720" cy="74980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73952" y="4169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B5FD"/>
                </a:solidFill>
              </a:rPr>
              <a:t>PERSONA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73952" y="44165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Time-Sensitive,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Solution-Focused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72034"/>
          </a:solidFill>
          <a:ln w="12700">
            <a:solidFill>
              <a:srgbClr val="1720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COMPLETE ANALYSIS OUTPUT — it_call_002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69480" y="146304"/>
            <a:ext cx="1645920" cy="347472"/>
          </a:xfrm>
          <a:prstGeom prst="roundRect">
            <a:avLst>
              <a:gd name="adj" fmla="val 21053"/>
            </a:avLst>
          </a:prstGeom>
          <a:solidFill>
            <a:srgbClr val="34D399">
              <a:alpha val="8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463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IT Support</a:t>
            </a:r>
            <a:endParaRPr lang="en-US" sz="1100" dirty="0"/>
          </a:p>
        </p:txBody>
      </p:sp>
      <p:pic>
        <p:nvPicPr>
          <p:cNvPr id="7" name="Image 0" descr="/home/claude/ta_call002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749808"/>
            <a:ext cx="8961120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THE AGENT OUTPUTS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78408" y="12435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5"/>
                </a:solidFill>
              </a:rPr>
              <a:t>Call Metadata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9222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ID, category, duration, and overall initial sentiment are extracted and displayed as headers for every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27832" y="1097280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64992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86200" y="12435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5"/>
                </a:solidFill>
              </a:rPr>
              <a:t>Empathy Score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64992" y="179222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numerical score from 0–10 reflects how empathetic the agent was, based on language and responsiveness throughout the call.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35624" y="1097280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243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93992" y="124358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5"/>
                </a:solidFill>
              </a:rPr>
              <a:t>Customer Persona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72784" y="179222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infers the customer's behavioral archetype (e.g. time-sensitive, solution-focused) to help agents tailor their approach.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17520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78408" y="31638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5"/>
                </a:solidFill>
              </a:rPr>
              <a:t>Emotion Timeline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71246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Tracks how the customer's emotional state evolved minute-by-minute — from frustration to neutral to relief.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27832" y="3017520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64992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🏋️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886200" y="31638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5"/>
                </a:solidFill>
              </a:rPr>
              <a:t>Coaching Suggestions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371246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Personalized, actionable coaching recommendations for the agent — specific to the dynamics of that call.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35624" y="3017520"/>
            <a:ext cx="2743200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72784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93992" y="316382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5"/>
                </a:solidFill>
              </a:rPr>
              <a:t>Call Highlights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72784" y="3712464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moments in the conversation are surfaced automatically — competitor mentions, resolutions, customer satisfaction signals.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78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B5FD"/>
                </a:solidFill>
              </a:rPr>
              <a:t>What powers the Call Transcript Analyzer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72034"/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645920"/>
            <a:ext cx="54864" cy="14173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16550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NeuralSeek / Maistro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AI ENGINE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29514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NeuralSeek's Maistro orchestration layer performs all natural language analysis — sentiment, empathy scoring, persona detection, and coaching generation.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50876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72034"/>
          </a:solidFill>
          <a:ln w="12700">
            <a:solidFill>
              <a:srgbClr val="0EA5E9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645920"/>
            <a:ext cx="54864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532120" y="165506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JSON Transcript Input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3212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DATA FORMAT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229514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ingests structured JSON call transcripts containing speaker turns, timestamps, and initial sentiment metadata — enabling instant analysis.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290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72034"/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54864" cy="1417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43000" y="3575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Node.js Backend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</a:rPr>
              <a:t>RUNTIME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21538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handles file ingestion, parsing, and API routing to NeuralSeek, delivering low-latency responses back to the frontend.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429000"/>
            <a:ext cx="4114800" cy="1691640"/>
          </a:xfrm>
          <a:prstGeom prst="roundRect">
            <a:avLst>
              <a:gd name="adj" fmla="val 6486"/>
            </a:avLst>
          </a:prstGeom>
          <a:solidFill>
            <a:srgbClr val="172034"/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56616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3593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32120" y="357530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Web Frontend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UI LAYER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421538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clean browser-based interface with file upload, real-time loading indicators, and a structured results dashboard — no installation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12471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Call Center QA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88920" y="1207008"/>
            <a:ext cx="27432" cy="3657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124712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score every call for empathy and coaching opportunities — replacing manual review for supervisors.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37944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1109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Sales Teams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88920" y="1993392"/>
            <a:ext cx="27432" cy="3657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911096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 competitor mentions and objection patterns from customer calls to refine sales strategy and training.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24328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6974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Customer Success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88920" y="2779776"/>
            <a:ext cx="27432" cy="3657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697480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at-risk customers by detecting frustration signals early across support call transcripts.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410712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8386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Training &amp; L&amp;D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88920" y="3566160"/>
            <a:ext cx="27432" cy="3657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3483864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coaching libraries from real annotated calls — highlight best practices and identify skill gaps automatically.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97096"/>
            <a:ext cx="8412480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27024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</a:rPr>
              <a:t>Operations / Mgmt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88920" y="4352544"/>
            <a:ext cx="27432" cy="3657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4270248"/>
            <a:ext cx="5669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Gain call-level intelligence at scale — aggregate empathy trends, emotional patterns, and resolution rates.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5029200" cy="5029200"/>
          </a:xfrm>
          <a:prstGeom prst="ellipse">
            <a:avLst/>
          </a:prstGeom>
          <a:solidFill>
            <a:srgbClr val="4F46E5">
              <a:alpha val="22000"/>
            </a:srgbClr>
          </a:solidFill>
          <a:ln w="12700">
            <a:solidFill>
              <a:srgbClr val="4F46E5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64008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tells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story.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3375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Call Transcript Analyzer listens to all of them —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4B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raw dialogue into insight that makes every agent better.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663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Built with NeuralSeek + Node.js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2026-07-09T18:43:45Z</dcterms:created>
  <dcterms:modified xsi:type="dcterms:W3CDTF">2026-07-09T18:43:45Z</dcterms:modified>
</cp:coreProperties>
</file>